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4114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7FFFD4"/>
                </a:solidFill>
              </a:rPr>
              <a:t>Proyecto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7498079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Monitoreo de infraestructura
con Zabbix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51960"/>
            <a:ext cx="6217920" cy="11887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DBEAFE"/>
                </a:solidFill>
              </a:rPr>
              <a:t>Juan Camilo Ballesteros Sierra
Luis Felipe Murillo Matallana
Juan Sebastian Delgado
Daniela Castro Quinones</a:t>
            </a:r>
          </a:p>
        </p:txBody>
      </p:sp>
      <p:pic>
        <p:nvPicPr>
          <p:cNvPr id="5" name="Picture 4" descr="01_zabbix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713232"/>
            <a:ext cx="333756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Servicios distribuidos pueden fallar sin aviso.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La revision manual tarda y no deja historial.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Se necesita visibilidad, alertas y evidencia para sustentacion.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Desplegar Zabbix 6.x en Docker Compose.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Monitorear web, base de datos, DNS y FTP.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Validar triggers, dashboards, historicos y alertas por correo.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Agregar portal HTTPS con backend, graficas, SLO y carga Artillery.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Arquitectura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Zabbix Server + PostgreSQL + Zabbix Web.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MailHog simula SMTP para notificaciones.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Red interna proyecto7-monitoring para resolucion por nombre.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Caddy publica subdominios HTTPS en la VPS.</a:t>
            </a:r>
          </a:p>
        </p:txBody>
      </p:sp>
      <p:pic>
        <p:nvPicPr>
          <p:cNvPr id="4" name="Picture 3" descr="02_zabbix_h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71500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Inventario monitoreado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web-host: portal Node.js HTTP.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db-host: MariaDB puerto 3306.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dns-host: CoreDNS puerto 53.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ftp-host: VSFTPD puerto 21.</a:t>
            </a:r>
          </a:p>
        </p:txBody>
      </p:sp>
      <p:pic>
        <p:nvPicPr>
          <p:cNvPr id="4" name="Picture 3" descr="02_zabbix_h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71500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Implementacion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docker-compose.yml define todos los componentes.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Zabbix Server usa imagen personalizada con Dockerfile.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Configuraciones Zabbix se montan como volumen.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provision_zabbix.py registra hosts, items, triggers y web scenario por API.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Dashboard y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Latest data muestra disponibilidad y metricas.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Centro de graficas muestra CPU, memoria, disco, rutas y carga.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La matriz de cumplimiento /api/compliance cruza requisitos contra evidencia.</a:t>
            </a:r>
          </a:p>
        </p:txBody>
      </p:sp>
      <p:pic>
        <p:nvPicPr>
          <p:cNvPr id="4" name="Picture 3" descr="03_zabbix_latest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71500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Prueba de caida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Se detiene web-service durante la demostracion.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Zabbix marca el trigger HTTP web-service no responde.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Al restaurar el contenedor, el evento queda resuelto.</a:t>
            </a:r>
          </a:p>
        </p:txBody>
      </p:sp>
      <p:pic>
        <p:nvPicPr>
          <p:cNvPr id="4" name="Picture 3" descr="06_zabbix_falla_web_ac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71500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Alertas con MailHog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MailHog recibe correos de problema y recuperacion.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El portal mailhog-zabbix tiene login propio.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Tambien existe canal SMTP real del dominio para escalamiento.</a:t>
            </a:r>
          </a:p>
        </p:txBody>
      </p:sp>
      <p:pic>
        <p:nvPicPr>
          <p:cNvPr id="4" name="Picture 3" descr="07_mailhog_falla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71500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Pruebas de carga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Artillery genera trafico real contra frontend y API.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El backend registra telemetria e incidentes en MariaDB.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Zabbix observa /metrics, DB status y web scenario publico.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Contenedores principales saludables.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Cuatro servicios con check de disponibilidad activo.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Alertas generadas y recuperadas durante la prueba.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Auditoria automatica con 0 fallas esperadas.</a:t>
            </a:r>
          </a:p>
        </p:txBody>
      </p:sp>
      <p:pic>
        <p:nvPicPr>
          <p:cNvPr id="4" name="Picture 3" descr="04_zabbix_probl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51560"/>
            <a:ext cx="571500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Entregables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Informe IEEE: entrega-final/Informe_IEEE_Proyecto7_Zabbix.pdf.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Diapositivas: entrega-final/Presentacion_Proyecto7_Zabbix.pptx.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Repo GitHub con README, Compose, scripts y evidencias.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Zabbix centraliza observabilidad operativa.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Docker Compose hace el despliegue reproducible.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El portal publico, Artillery y /api/compliance elevan la solucion sobre el minimo.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6949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11323D"/>
                </a:solidFill>
              </a:rPr>
              <a:t>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Abrir web-zabbix.negociocontigo.com.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Ejecutar: artillery run tests/artillery-live-demo.yml.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Simular caida: docker compose -f docker-compose.vps.yml stop web-service.</a:t>
            </a:r>
          </a:p>
          <a:p>
            <a:pPr>
              <a:spcAft>
                <a:spcPts val="800"/>
              </a:spcAft>
              <a:defRPr sz="2000">
                <a:solidFill>
                  <a:srgbClr val="232D37"/>
                </a:solidFill>
              </a:defRPr>
            </a:pPr>
            <a:r>
              <a:t>Cerrar con: bash scripts/audit-project.sh.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36576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5D6B7A"/>
                </a:solidFill>
              </a:rPr>
              <a:t>Proyecto 7 - Zabbix |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