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24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4114800" cy="54864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200" b="1">
                <a:solidFill>
                  <a:srgbClr val="7FFFD4"/>
                </a:solidFill>
              </a:rPr>
              <a:t>Proyecto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325880"/>
            <a:ext cx="7498079" cy="14173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Monitoreo de infraestructura
con Zabbix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51960"/>
            <a:ext cx="6217920" cy="118872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1600" b="0">
                <a:solidFill>
                  <a:srgbClr val="DBEAFE"/>
                </a:solidFill>
              </a:rPr>
              <a:t>Juan Camilo Ballesteros Sierra
Luis Felipe Murillo Matallana
Juan Sebastian Delgado
Daniela Castro Quinones</a:t>
            </a:r>
          </a:p>
        </p:txBody>
      </p:sp>
      <p:pic>
        <p:nvPicPr>
          <p:cNvPr id="5" name="Picture 4" descr="01_zabbix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713232"/>
            <a:ext cx="333756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Servicios distribuidos pueden fallar sin aviso.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La revision manual tarda y no deja historial.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Se necesita visibilidad, alertas y evidencia para sustentacion.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Desplegar Zabbix 6.x en Docker Compose.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Monitorear web, base de datos, DNS y FTP.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Validar triggers, dashboards, historicos y alertas por correo.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Arquitectura Docker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4800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Zabbix Server + PostgreSQL + Zabbix Web.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MailHog simula SMTP para notificaciones.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Red interna proyecto7-monitoring para resolucion por nombre.</a:t>
            </a:r>
          </a:p>
        </p:txBody>
      </p:sp>
      <p:pic>
        <p:nvPicPr>
          <p:cNvPr id="4" name="Picture 3" descr="02_zabbix_ho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051560"/>
            <a:ext cx="5715000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Inventario monitoreado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4800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web-host: HTTP sobre Nginx.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db-host: MariaDB puerto 3306.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dns-host: CoreDNS puerto 53.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ftp-host: VSFTPD puerto 21.</a:t>
            </a:r>
          </a:p>
        </p:txBody>
      </p:sp>
      <p:pic>
        <p:nvPicPr>
          <p:cNvPr id="4" name="Picture 3" descr="02_zabbix_ho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051560"/>
            <a:ext cx="5715000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Implementacion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docker-compose.yml define todos los componentes.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Zabbix Server usa imagen personalizada con Dockerfile.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Configuraciones Zabbix se montan como volumen.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provision_zabbix.py registra hosts, items y triggers por API.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Dashboard y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4800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Latest data muestra disponibilidad y metricas.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Los checks de servicio entregan 1 cuando responden.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Los graficos permiten revisar comportamiento historico.</a:t>
            </a:r>
          </a:p>
        </p:txBody>
      </p:sp>
      <p:pic>
        <p:nvPicPr>
          <p:cNvPr id="4" name="Picture 3" descr="03_zabbix_latest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051560"/>
            <a:ext cx="5715000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Prueba de caida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4800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Se detiene web-service durante la demostracion.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Zabbix marca el trigger HTTP web-service no responde.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Al restaurar el contenedor, el evento queda resuelto.</a:t>
            </a:r>
          </a:p>
        </p:txBody>
      </p:sp>
      <p:pic>
        <p:nvPicPr>
          <p:cNvPr id="4" name="Picture 3" descr="06_zabbix_falla_web_act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051560"/>
            <a:ext cx="5715000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Alertas con MailHog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4800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MailHog recibe correos de problema y recuperacion.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No se usan cuentas reales ni servidores externos.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La evidencia valida el flujo completo de notificacion.</a:t>
            </a:r>
          </a:p>
        </p:txBody>
      </p:sp>
      <p:pic>
        <p:nvPicPr>
          <p:cNvPr id="4" name="Picture 3" descr="07_mailhog_falla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051560"/>
            <a:ext cx="5715000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4800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Contenedores principales saludables.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Cuatro servicios con check de disponibilidad activo.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Alertas generadas y recuperadas durante la prueba.</a:t>
            </a:r>
          </a:p>
        </p:txBody>
      </p:sp>
      <p:pic>
        <p:nvPicPr>
          <p:cNvPr id="4" name="Picture 3" descr="04_zabbix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051560"/>
            <a:ext cx="5715000" cy="4069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Zabbix centraliza observabilidad operativa.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Docker Compose hace el despliegue reproducible.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La solucion cumple los requerimientos del Proyecto 7.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6949440" cy="457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2800" b="1">
                <a:solidFill>
                  <a:srgbClr val="11323D"/>
                </a:solidFill>
              </a:rPr>
              <a:t>Demo en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51560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Abrir Zabbix: http://localhost:8088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Abrir MailHog: http://localhost:8025</a:t>
            </a:r>
          </a:p>
          <a:p>
            <a:pPr>
              <a:spcAft>
                <a:spcPts val="800"/>
              </a:spcAft>
              <a:defRPr sz="2000">
                <a:solidFill>
                  <a:srgbClr val="232D37"/>
                </a:solidFill>
              </a:defRPr>
            </a:pPr>
            <a:r>
              <a:t>Ejecutar: .\scripts\test-failure.ps1 -Service web-service -Seconds 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510528"/>
            <a:ext cx="3657600" cy="2286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l"/>
            <a:r>
              <a:rPr sz="800" b="0">
                <a:solidFill>
                  <a:srgbClr val="5D6B7A"/>
                </a:solidFill>
              </a:rPr>
              <a:t>Proyecto 7 - Zabbix |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