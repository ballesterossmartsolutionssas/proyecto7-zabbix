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6693407" y="667512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7543800" y="0"/>
            <a:ext cx="4645152" cy="6858000"/>
          </a:xfrm>
          <a:prstGeom prst="rect">
            <a:avLst/>
          </a:prstGeom>
          <a:solidFill>
            <a:srgbClr val="0F2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694944"/>
            <a:ext cx="498348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5836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2C5AA"/>
                </a:solidFill>
                <a:latin typeface="Aptos"/>
              </a:rPr>
              <a:t>PROYECTO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24712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 Display"/>
              </a:rPr>
              <a:t>Monitoreo de infraestructura
con Zabbix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6148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DDCE4"/>
                </a:solidFill>
                <a:latin typeface="Aptos"/>
              </a:rPr>
              <a:t>Una plataforma dockerizada con Zabbix 6.x, alertas, backend real, métricas, SLO y pruebas de carga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hosts monitoreados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páginas IEEE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8496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requests smoke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04104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fallas auditoría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DE8EE"/>
                </a:solidFill>
                <a:latin typeface="Aptos"/>
              </a:rPr>
              <a:t>Juan Camilo Ballesteros Sierra
Luis Felipe Murillo Matallana
Juan Sebastián Delgado
Daniela Castro Quiñones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Sin observabilidad, la falla se detecta tarde y sin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6975"/>
                </a:solidFill>
                <a:latin typeface="Aptos"/>
              </a:rPr>
              <a:t>La infraestructura evaluada mezcla web, base de datos, DNS y FTP. Si un componente cae, el usuario percibe degradación antes de que el equipo tenga una causa clara.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servicio cae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3904488"/>
            <a:ext cx="1298448" cy="0"/>
          </a:xfrm>
          <a:prstGeom prst="line">
            <a:avLst/>
          </a:prstGeom>
          <a:ln w="2794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5000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Usuario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reporta tarde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03320" y="3904488"/>
            <a:ext cx="1298448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3892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7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Operación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revisa manual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3904488"/>
            <a:ext cx="1298448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2784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399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Histórico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 existe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1159" y="3904488"/>
            <a:ext cx="1298448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0" y="160020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600200"/>
            <a:ext cx="73152" cy="12344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174650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Riesgo operativo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029967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No basta saber que el servidor está encendido; se debe medir servicio, recursos, alertas e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16052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160520"/>
            <a:ext cx="73152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30682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Criterio de evaluación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590288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rúbrica pide diseño, proceso de validación y construcción funcional. Por eso la demo debe probar el flujo completo.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entrega es una plataforma observable, no una maqueta.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8288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Mínimo del enunciado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Server, base de datos, frontend, MailHog, cuatro hosts, agentes, templates, triggers y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73152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Valor agregado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Portal HTTPS con backend Node.js, MariaDB, gráficas, SLO, exporter /metrics, Artillery y auditoría reproducible.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828800"/>
            <a:ext cx="73152" cy="182880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Evidencia defendible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Repositorio, README, informe IEEE de 7 páginas, PPTX, capturas, scripts y matriz /api/compliance.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Tesis de la sustentación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02352"/>
            <a:ext cx="9326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A1820"/>
                </a:solidFill>
                <a:latin typeface="Aptos"/>
              </a:rPr>
              <a:t>Zabbix observa una infraestructura real, detecta fallas y permite explicar el comportamiento del sistema bajo carga.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Compose conecta monitoreo, servicios y HTTPS.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417320" cy="713232"/>
          </a:xfrm>
          <a:prstGeom prst="round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3852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Caddy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8541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HTTPS público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45059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43200" y="141732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8" y="152704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77393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frontend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2039112"/>
            <a:ext cx="123444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43200" y="269748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280720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05409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triggers + 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3319272"/>
            <a:ext cx="123444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8006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históricos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37760" y="3319272"/>
            <a:ext cx="1142999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8006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SMTP 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039112"/>
            <a:ext cx="114299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7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52360" y="203911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28116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9088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3306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18320" y="2039112"/>
            <a:ext cx="114300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152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24927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53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52360" y="3319272"/>
            <a:ext cx="114300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8116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9088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FTP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9088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21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18320" y="3319272"/>
            <a:ext cx="1143000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94560" y="1773936"/>
            <a:ext cx="548640" cy="4114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4560" y="2185416"/>
            <a:ext cx="548640" cy="8686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51960" y="3054096"/>
            <a:ext cx="54864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251960" y="1773936"/>
            <a:ext cx="54864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17920" y="1773936"/>
            <a:ext cx="109728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17920" y="3054096"/>
            <a:ext cx="109728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0" y="391363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5C6975"/>
                </a:solidFill>
                <a:latin typeface="Aptos"/>
              </a:rPr>
              <a:t>Infraestructura monitoreada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subdominios HTTPS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360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6664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26664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contenedores base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0912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57216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API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57216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aprovisionamiento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Rectangle 46"/>
          <p:cNvSpPr/>
          <p:nvPr/>
        </p:nvSpPr>
        <p:spPr>
          <a:xfrm>
            <a:off x="7836408" y="4846320"/>
            <a:ext cx="3118104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INVENTARIO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Cuatro servicios distintos quedan medidos como hosts operativos.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Servicio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85232" y="1828800"/>
            <a:ext cx="26060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947672"/>
            <a:ext cx="23865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205740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947672"/>
            <a:ext cx="183794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Agente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2C5AA"/>
                </a:solidFill>
                <a:latin typeface="Aptos"/>
              </a:rPr>
              <a:t>web-host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7248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Portal Node.js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2" y="2395728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2560320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HTTP puerto 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2395728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2560320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web-agent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ptos"/>
              </a:rPr>
              <a:t>db-host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27248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MariaDB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3054096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3218688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3306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3054096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3218688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db-agent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3E635"/>
                </a:solidFill>
                <a:latin typeface="Aptos"/>
              </a:rPr>
              <a:t>dns-host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CoreDNS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5232" y="3712464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3877056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712464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5048" y="3877056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dns-agent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59E0B"/>
                </a:solidFill>
                <a:latin typeface="Aptos"/>
              </a:rPr>
              <a:t>ftp-host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7248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VSFTPD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2" y="4370832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4535424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 puerto 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370832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85048" y="4535424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ftp-agent</a:t>
            </a:r>
          </a:p>
        </p:txBody>
      </p:sp>
      <p:pic>
        <p:nvPicPr>
          <p:cNvPr id="46" name="Picture 45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73752"/>
            <a:ext cx="3063240" cy="1005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77240" y="4983480"/>
            <a:ext cx="6080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El inventario se puede defender desde Zabbix y desde Compose: cada host tiene servicio, puerto, agente y trigger asociado.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despliegue se puede reconstruir desde archivos, no desde pasos manuales.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783080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11095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topología local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441448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docker-compose.vps.yml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69464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publicación VPS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99815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18687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Dockerfile Zabbix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27832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imagen personalizada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758184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87705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provision_zabbix.py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886200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hosts, items y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4416552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354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audit-project.sh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44568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validación reproducible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6128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orquesta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23560" y="3383279"/>
            <a:ext cx="82296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83680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7728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7456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aprovisiona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04888" y="3383279"/>
            <a:ext cx="82296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65008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49056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observa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86216" y="3383279"/>
            <a:ext cx="82296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546336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30384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1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notifica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67544" y="3383279"/>
            <a:ext cx="82295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577840" y="4663440"/>
            <a:ext cx="50292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77840" y="4663440"/>
            <a:ext cx="73152" cy="10058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4809744"/>
            <a:ext cx="46451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Punto fuerte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5093207"/>
            <a:ext cx="4645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solución queda trazable: archivo -&gt; contenedor -&gt; objeto Zabbix -&gt; evidencia -&gt; auditoría.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600200"/>
            <a:ext cx="7690104" cy="4370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El dashboard resume la operación.</a:t>
            </a:r>
          </a:p>
        </p:txBody>
      </p:sp>
      <p:pic>
        <p:nvPicPr>
          <p:cNvPr id="6" name="Picture 5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27632"/>
            <a:ext cx="7635240" cy="4315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874519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19842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22860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recursos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27889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8986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32004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memoria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7033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38130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41148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capacidad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46177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78824" y="47274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78824" y="50292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servicios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572768"/>
            <a:ext cx="6958583" cy="4242816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Latest data prueba que Zabbix recibe señales de hosts y servicios.</a:t>
            </a:r>
          </a:p>
        </p:txBody>
      </p:sp>
      <p:pic>
        <p:nvPicPr>
          <p:cNvPr id="6" name="Picture 5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903720" cy="4187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17830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783080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93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Checks básicos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128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agent.ping, CPU, memoria y disco para observar salud del host.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1546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3154680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3009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Checks de servicio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844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HTTP, MySQL/MariaDB, DNS y FTP validan disponibilidad funcional.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5262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526280"/>
            <a:ext cx="73152" cy="98755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6725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Checks avanzados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560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/metrics, /api/db/status y web scenario público conectan Zabbix con la app real.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236207" y="1527048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CAÍDA CONTROLADA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prueba clave recorre falla, problema, alerta y recuperación.</a:t>
            </a:r>
          </a:p>
        </p:txBody>
      </p:sp>
      <p:pic>
        <p:nvPicPr>
          <p:cNvPr id="6" name="Picture 5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498348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2331720"/>
            <a:ext cx="658368" cy="65836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stop web-service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2660904"/>
            <a:ext cx="502919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11680" y="2331720"/>
            <a:ext cx="658368" cy="6583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1136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trigger en Zabbix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0048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10128" y="2331720"/>
            <a:ext cx="658368" cy="6583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correo MailHog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68496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08576" y="2331720"/>
            <a:ext cx="658368" cy="658368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start +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074920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820"/>
                </a:solidFill>
                <a:latin typeface="Aptos"/>
              </a:rPr>
              <a:t>El valor de esta prueba está en el flujo completo: no solo aparece el problema, también queda histórico y evidencia de recuperación.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453896"/>
            <a:ext cx="7918704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MailHog evidencia las alertas.</a:t>
            </a:r>
          </a:p>
        </p:txBody>
      </p:sp>
      <p:pic>
        <p:nvPicPr>
          <p:cNvPr id="6" name="Picture 5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7863840" cy="4443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9164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91640"/>
            <a:ext cx="73152" cy="10789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83794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Laboratorio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12140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Captura correos sin enviar spam a cuentas reales durante las pruebas.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15468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5400" y="3154680"/>
            <a:ext cx="73152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30098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Escalamiento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58444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Queda documentado un canal SMTP real del dominio para producción.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Artillery convierte la demo en una prueba de carga.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2C5AA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68880"/>
            <a:ext cx="960120" cy="2606039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requests smoke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4873752"/>
            <a:ext cx="960120" cy="20116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usuarios fallidos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943350"/>
            <a:ext cx="960120" cy="113156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p95 aprox.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828800"/>
            <a:ext cx="4389120" cy="1371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182880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97510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demuestra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58568"/>
            <a:ext cx="40050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El backend registra telemetría e incidentes en MariaDB mientras Zabbix observa endpoints públicos, DB status y /metrics.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749039"/>
            <a:ext cx="4389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3749039"/>
            <a:ext cx="73152" cy="11430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89534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Cómo se ve en vivo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178807"/>
            <a:ext cx="400507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Durante la sustentación suben requests, rutas golpeadas, cargas recientes y SLO en el portal.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7470648" y="1572768"/>
            <a:ext cx="3666744" cy="252374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evaluación queda cubierta con evidencia y verificación reproducible.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/api/compliance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810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validaciones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fallas auditoría</a:t>
            </a:r>
          </a:p>
        </p:txBody>
      </p:sp>
      <p:pic>
        <p:nvPicPr>
          <p:cNvPr id="15" name="Picture 14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00200"/>
            <a:ext cx="3611880" cy="2468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296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Dashboard en tiempo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Simulación de caída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Alertas en MailHog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Métricas históricas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Carga Artillery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Informe IEEE + repo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ENTREGABLES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proyecto se entrega como repositorio, informe, deck y demo pública.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96012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Informe IEEE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entrega-final/Informe_IEEE_Proyecto7_Zabbix.pdf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59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59" y="1874519"/>
            <a:ext cx="73152" cy="960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Diapositivas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entrega-final/Presentacion_Proyecto7_Zabbix.pptx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291839"/>
            <a:ext cx="73152" cy="9601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Repositorio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github.com/ballesterossmartsolutionssas/Proyecto7-Zabbix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59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59" y="3291839"/>
            <a:ext cx="73152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59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entrega-final/evidencias + auditoría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9784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Reparto: Luis Felipe abre, Juan Sebastián explica arquitectura, Daniela muestra Zabbix y Juan Camilo cierra con pruebas en vivo.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/>
          <p:nvPr/>
        </p:nvSpPr>
        <p:spPr>
          <a:xfrm>
            <a:off x="7744968" y="4041648"/>
            <a:ext cx="3392424" cy="15179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 demo cierra con tráfico, caída, alerta y auditoría.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8912" cy="438912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11095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Abrir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3852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https://web-zabbix.negociocontigo.com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438912" cy="43891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5292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Generar carga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0720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79"/>
            <a:ext cx="438912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21607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4845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Simular caída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67588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docker compose -f docker-compose.vps.yml stop web-service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0559"/>
            <a:ext cx="438912" cy="438912"/>
          </a:xfrm>
          <a:prstGeom prst="round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9028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51713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Validar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54456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bash scripts/audit-project.sh</a:t>
            </a:r>
          </a:p>
        </p:txBody>
      </p:sp>
      <p:pic>
        <p:nvPicPr>
          <p:cNvPr id="22" name="Picture 21" descr="05_mailhog_al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069080"/>
            <a:ext cx="333756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571500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Cierre: Zabbix detecta, MailHog evidencia, Artillery presiona y la auditoría confirma cumplimiento.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